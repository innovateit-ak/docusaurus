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CC00"/>
                </a:solidFill>
                <a:latin typeface="Calibri"/>
              </a:rPr>
              <a:t>TECHNICAL DOCUMENTATION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Docusaurus — Implemented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D6EE"/>
                </a:solidFill>
                <a:latin typeface="Calibri"/>
              </a:rPr>
              <a:t>Modular documentation, architecture diagrams &amp; professional PDF 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AABBDD"/>
                </a:solidFill>
                <a:latin typeface="Calibri"/>
              </a:rPr>
              <a:t>InnovateIt-ak / docusaurus</a:t>
            </a:r>
            <a:r>
              <a:rPr sz="1400" b="0">
                <a:solidFill>
                  <a:srgbClr val="AABBDD"/>
                </a:solidFill>
                <a:latin typeface="Calibri"/>
              </a:rPr>
              <a:t>      •      June 25,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Goal — </a:t>
            </a:r>
            <a:r>
              <a:rPr sz="1700">
                <a:solidFill>
                  <a:srgbClr val="1A1A2E"/>
                </a:solidFill>
              </a:rPr>
              <a:t>turn Docusaurus into a technical architecture documentation platform — versioned and exportable.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Modular documentation — </a:t>
            </a:r>
            <a:r>
              <a:rPr sz="1700">
                <a:solidFill>
                  <a:srgbClr val="1A1A2E"/>
                </a:solidFill>
              </a:rPr>
              <a:t>#include directive to assemble reusable Markdown fragments.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Living diagrams — </a:t>
            </a:r>
            <a:r>
              <a:rPr sz="1700">
                <a:solidFill>
                  <a:srgbClr val="1A1A2E"/>
                </a:solidFill>
              </a:rPr>
              <a:t>LikeC4 integration (architecture as code) and tldraw for interactive diagrams.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Professional PDF export — </a:t>
            </a:r>
            <a:r>
              <a:rPr sz="1700">
                <a:solidFill>
                  <a:srgbClr val="1A1A2E"/>
                </a:solidFill>
              </a:rPr>
              <a:t>single, paginated and branded PDF generated via containerized WeasyPrint.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Industrialization — </a:t>
            </a:r>
            <a:r>
              <a:rPr sz="1700">
                <a:solidFill>
                  <a:srgbClr val="1A1A2E"/>
                </a:solidFill>
              </a:rPr>
              <a:t>Docker / docker-compose, Makefile and GitHub Actions CI/CD (Pages + PDF artifacts).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1 — MODULAR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#include directive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>
                <a:solidFill>
                  <a:srgbClr val="1A1A2E"/>
                </a:solidFill>
              </a:rPr>
              <a:t>Custom remark plugin: assembles several Markdown files into a single page.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simple syntax: #include "path/to/fragment.md" on its own line.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no import / declaration: content is inserted at the directive's location.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path resolved relative to the calling file; front matter stripped automatically.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Nested includes — </a:t>
            </a:r>
            <a:r>
              <a:rPr sz="1700">
                <a:solidFill>
                  <a:srgbClr val="1A1A2E"/>
                </a:solidFill>
              </a:rPr>
              <a:t>a fragment can itself include other fragments.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circular-inclusion detection with an explicit error.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Robustness — </a:t>
            </a:r>
            <a:r>
              <a:rPr sz="1700">
                <a:solidFill>
                  <a:srgbClr val="1A1A2E"/>
                </a:solidFill>
              </a:rPr>
              <a:t>detection on the raw source text → no Markdown pitfalls (e.g. _ in file names).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2 — 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Live-reload of fragments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Problem — </a:t>
            </a:r>
            <a:r>
              <a:rPr sz="1700">
                <a:solidFill>
                  <a:srgbClr val="1A1A2E"/>
                </a:solidFill>
              </a:rPr>
              <a:t>the remark plugin reads fragments via fs; webpack is unaware of this dependency and won't recompile the page when a fragment changes.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Solution — </a:t>
            </a:r>
            <a:r>
              <a:rPr sz="1700">
                <a:solidFill>
                  <a:srgbClr val="1A1A2E"/>
                </a:solidFill>
              </a:rPr>
              <a:t>a webpack pre-loader registers each included file as a dependency of the page.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recursive this.addDependency() call for every #include (and their nesting).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source left unchanged: the loader only registers dependencies.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Result — </a:t>
            </a:r>
            <a:r>
              <a:rPr sz="1700">
                <a:solidFill>
                  <a:srgbClr val="1A1A2E"/>
                </a:solidFill>
              </a:rPr>
              <a:t>hot reload works — editing a fragment instantly refreshes every page that includes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3 — CONTENT 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Partials &amp; reusable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"Prerequisites" partial — </a:t>
            </a:r>
            <a:r>
              <a:rPr sz="1700">
                <a:solidFill>
                  <a:srgbClr val="1A1A2E"/>
                </a:solidFill>
              </a:rPr>
              <a:t>reusable Markdown block factored out (docs/_chapters, _fragments).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Global MDX component — </a:t>
            </a:r>
            <a:r>
              <a:rPr sz="1700">
                <a:solidFill>
                  <a:srgbClr val="1A1A2E"/>
                </a:solidFill>
              </a:rPr>
              <a:t>Prerequis registered globally → usable in any page without an import.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Architecture fragments — </a:t>
            </a:r>
            <a:r>
              <a:rPr sz="1700">
                <a:solidFill>
                  <a:srgbClr val="1A1A2E"/>
                </a:solidFill>
              </a:rPr>
              <a:t>_fragments/level-1-context.md, level-2-components.md included in chapters.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Benefit — </a:t>
            </a:r>
            <a:r>
              <a:rPr sz="1700">
                <a:solidFill>
                  <a:srgbClr val="1A1A2E"/>
                </a:solidFill>
              </a:rPr>
              <a:t>a single source of truth: update the fragment, every page follows.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4 — ARCHITECTURE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Architecture diagrams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LikeC4 — </a:t>
            </a:r>
            <a:r>
              <a:rPr sz="1700">
                <a:solidFill>
                  <a:srgbClr val="1A1A2E"/>
                </a:solidFill>
              </a:rPr>
              <a:t>architecture-as-code model (C4): spec, model, views, deployments (dev / prod), use cases.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generates static diagrams (build-likec4) and interactive React components (codegen).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dedicated /likec4 page to explore the interactive diagram.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tldraw — </a:t>
            </a:r>
            <a:r>
              <a:rPr sz="1700">
                <a:solidFill>
                  <a:srgbClr val="1A1A2E"/>
                </a:solidFill>
              </a:rPr>
              <a:t>/tldraw page for free-form sketches and whiteboarding embedded in the site.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Architecture docs — </a:t>
            </a:r>
            <a:r>
              <a:rPr sz="1700">
                <a:solidFill>
                  <a:srgbClr val="1A1A2E"/>
                </a:solidFill>
              </a:rPr>
              <a:t>structured chapters: executive summary, stakeholders, ADRs, building blocks, non-functional…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5 — WEASYPRINT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Professional PDF export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Single document — </a:t>
            </a:r>
            <a:r>
              <a:rPr sz="1700">
                <a:solidFill>
                  <a:srgbClr val="1A1A2E"/>
                </a:solidFill>
              </a:rPr>
              <a:t>the entire docs/ folder assembled into one PDF (make pdf).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Professional layout — </a:t>
            </a:r>
            <a:r>
              <a:rPr sz="1700">
                <a:solidFill>
                  <a:srgbClr val="1A1A2E"/>
                </a:solidFill>
              </a:rPr>
              <a:t>branded cover page, automatic table of contents with real page numbers, running headers and PDF bookmarks.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Containerized — </a:t>
            </a:r>
            <a:r>
              <a:rPr sz="1700">
                <a:solidFill>
                  <a:srgbClr val="1A1A2E"/>
                </a:solidFill>
              </a:rPr>
              <a:t>dedicated Docker image (docker/weasyprint), compose pdf profile, styled via report.css.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CLI options — </a:t>
            </a:r>
            <a:r>
              <a:rPr sz="1700">
                <a:solidFill>
                  <a:srgbClr val="1A1A2E"/>
                </a:solidFill>
              </a:rPr>
              <a:t>--base-url, --title / --subtitle / --eyebrow, --exclude (e.g. the interactive LikeC4 page that can't be rendered to PDF).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Fonts — </a:t>
            </a:r>
            <a:r>
              <a:rPr sz="1700">
                <a:solidFill>
                  <a:srgbClr val="1A1A2E"/>
                </a:solidFill>
              </a:rPr>
              <a:t>IBM Plex (Sans / Mono) vendored in the repo for reproducible rendering.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5 (CONT.) — SECURITY /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Hardened image &amp; multi-stage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Hardened base — </a:t>
            </a:r>
            <a:r>
              <a:rPr sz="1700">
                <a:solidFill>
                  <a:srgbClr val="1A1A2E"/>
                </a:solidFill>
              </a:rPr>
              <a:t>image built on Red Hat hardened images (hi/python).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Multi-stage — </a:t>
            </a:r>
            <a:r>
              <a:rPr sz="1700">
                <a:solidFill>
                  <a:srgbClr val="1A1A2E"/>
                </a:solidFill>
              </a:rPr>
              <a:t>builder stage (3.12-builder) compiles the venv and stages native libs + fonts; copied into a minimal runtime (3.12).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runtime glibc / linker kept, unneeded UBI libs stripped → lightweight image.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Up-to-date dependencies — </a:t>
            </a:r>
            <a:r>
              <a:rPr sz="1700">
                <a:solidFill>
                  <a:srgbClr val="1A1A2E"/>
                </a:solidFill>
              </a:rPr>
              <a:t>Docusaurus 3.10.1 + likec4 1.58 to fix security advisories.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6 — BUILD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Industrialization: CI/CD &amp;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deploy.yml — </a:t>
            </a:r>
            <a:r>
              <a:rPr sz="1700">
                <a:solidFill>
                  <a:srgbClr val="1A1A2E"/>
                </a:solidFill>
              </a:rPr>
              <a:t>publishes the site + documentation.pdf to GitHub Pages (downloadable from the deployed URL).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on every push and pull request: documentation-pdf artifact produced (build-pdf job).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architecture-pdf-release.yml — </a:t>
            </a:r>
            <a:r>
              <a:rPr sz="1700">
                <a:solidFill>
                  <a:srgbClr val="1A1A2E"/>
                </a:solidFill>
              </a:rPr>
              <a:t>proposes the architecture PDF as a Pull Request on each release (opened with a PAT).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Docker / compose — </a:t>
            </a:r>
            <a:r>
              <a:rPr sz="1700">
                <a:solidFill>
                  <a:srgbClr val="1A1A2E"/>
                </a:solidFill>
              </a:rPr>
              <a:t>compose.yaml (dev + pdf profile), compose-prod.yaml, Caddy reverse proxy.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Makefile — </a:t>
            </a:r>
            <a:r>
              <a:rPr sz="1700">
                <a:solidFill>
                  <a:srgbClr val="1A1A2E"/>
                </a:solidFill>
              </a:rPr>
              <a:t>make dev, make prod, make pdf — a single entry point for the whole chain.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In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1371600"/>
            <a:ext cx="182880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Modular documentation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#include directive + hot reload of fragments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9572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Reuse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Partials &amp; global "Prerequisites" MDX 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Architecture as code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LikeC4 (C4) + tldraw, interactive diagrams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1246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Professional PDF export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Containerized WeasyPrint, cover + TOC + bookmarks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3708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Security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Red Hat hardened image, multi-stage build, up-to-date deps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0292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CI/CD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GitHub Pages, PDF artifacts, release PDF as a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CC00"/>
                </a:solidFill>
                <a:latin typeface="Calibri"/>
              </a:rPr>
              <a:t>Thank you!  —  InnovateIt-ak / docusaurus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